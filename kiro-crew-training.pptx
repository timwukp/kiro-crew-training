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1F5F9"/>
                </a:solidFill>
              </a:defRPr>
            </a:pPr>
            <a:r>
              <a:t>Kiro Crew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Personal AI Agent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6B6D4"/>
                </a:solidFill>
              </a:defRPr>
            </a:pPr>
            <a:r>
              <a:t>Facts verified against official kiro.dev docs | 2026-08-31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Agenda (60 minutes)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Introduction (10 min) - What is Kiro Crew?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Positioning (10 min) - Why Crew vs IDE/CLI?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Features Deep Dive (20 min) - Memory, Subagents, Scheduling, Tasks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Use Cases (15 min) - Enterprise integration examples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Getting Started (5 min) - Setup and first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Content Verification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✓ All facts verified against official kiro.dev documentation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✓ Architecture, memory system, features - fully verified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✓ Technical limits and capabilities - documented with sources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Note: Per-operation credit costs and some quotas are NOT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published by Kiro - measure them in the usage dashboard.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All sources: kiro.dev/docs/crew/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Last verified: 2026-08-31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Part 1: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What is Kiro Crew?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What is Kiro Crew?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Open-source personal AI agent that runs locally or remotely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💾 Persistent - Sessions, memory, schedules persist beyond one chat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🧠 Self-learning - Your corrections become durable lessons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🌱 Self-evolving - Repeated patterns can become skills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🤖 Autonomous - 24/7 operation without human presence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Source: kiro.dev/docs/crew/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The Kiro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"One agent, every surface"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🖥 IDE - Desktop editor integration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⌨ CLI - Terminal-native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🌐 Web - Browser-based (preview)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📱 Mobile - iOS/Android (preview)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🚀 Crew - Persistent agent with automation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✓ Single subscription covers ALL surfaces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✓ Shared .kiro/ configuration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Architecture (CORRECTED)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User/Interface ↓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Kiro Crew Gateway (local Python server, port 5476) ↓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kiro-cli (Agent Client Protocol) ↓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Kiro Model Services (cloud, managed by Kiro)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Local data: ~/.kiro/crew/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Authentication: device-code sign-in on first launch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✅ NO AWS Bedrock needed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✅ NO AWS CLI needed (unless deploying artifacts)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Part 2: Why Crew?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When you already have IDE/CLI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IDE/CLI vs Crew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18457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1F5F9"/>
                          </a:solidFill>
                        </a:defRPr>
                      </a:pPr>
                      <a:r>
                        <a:t>Need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1F5F9"/>
                          </a:solidFill>
                        </a:defRPr>
                      </a:pPr>
                      <a:r>
                        <a:t>IDE/CLI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1F5F9"/>
                          </a:solidFill>
                        </a:defRPr>
                      </a:pPr>
                      <a:r>
                        <a:t>Crew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Context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Session-based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Persistent (6 layers, 365 days)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Human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24/7 autonomous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Per-session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Durable lessons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Parallelization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Single-threaded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3-32 concurrent subagents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Local terminal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Multi-channel (Slack/Discord/Teams)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Interactive Q&amp;A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Autonomous task runner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When to Use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Use IDE/CLI for: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• Real-time coding and debugging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• Interactive prototyping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• Immediate code generation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• Pair programming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Use Crew for: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• 24/7 monitoring (PR/CI/incidents)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• Scheduled tasks (audits, reports)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• Team access via Slack/Discord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• Complex autonomous tasks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• Persistent memory across days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• Parallel investigation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Part 3: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Core capabilities deep dive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6-Layer Memory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1. Preferences (4,250 chars) - habits, style, tools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2. Projects (6,400 chars) - CRs, branches, status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3. Recent History (26,600 chars) - tiered decay 0-365 days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4. Semantic Memory (12,000 chars) - key-value pairs, hybrid search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5. Episodic Memory (3,000 chars, top-8) - past events, max 10K entries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6. Lessons (37,250 chars, max 50) - user-taught rules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All limits verified from: kiro.dev/docs/crew/features/memory/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Memory: How It's Built &amp; Conflict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Consolidation triggers: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learn_add (immediate) / 30 messages (prefs) / 3h idle (history)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Explicit lessons (say 'remember') vs implicit (correction detected)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Conflict resolution priority (highest wins):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1 Lessons (conf 1.0)  2 Semantic (user)  3 Semantic (LLM &gt;=0.8)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4 Preferences/Projects  5 Episodic  6 History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Memory: Context Assembly &amp; Channel-Aware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Session start: rules, prompt, thread history (45K compressed),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prefs/projects/history, skills, lessons, semantic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Per message: episodic (top-8), channel history, triggered skills, hooks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Channel-aware recording: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DM=always | group @mention (50msg/5min) | observe (200msg/1wk)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| off=none | dashboard=session. Observe records authorized users only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Teach: kirocrew learn add/list/remove; Memory Graph Explorer in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Subagents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Parallel background agents for research and investigation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Concurrency: 3-32 (auto-sized, NOT 11)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Timeout: 30 minutes hard limit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Stall detection: ~2 minutes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Context: Isolated sessions with memory injection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Example: 'Research Redis, PostgreSQL, MongoDB'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→ Spawns 3 parallel agents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→ Each investigates one technology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→ Results aggregated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Scheduling (3 Modes)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Mode 1: Cron Jobs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Standard cron expressions or --every N seconds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Default timeout: 1800s (30 min)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Mode 2: Heartbeats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Reactive monitoring (checks every 60s)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Only surfaces when something changes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Mode 3: Webhooks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External triggers via HTTP POST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Max 6 concurrent sessions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Bearer token authentication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Scheduling: Use Cases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Cron -&gt; time-driven: nightly audits, daily digests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(Enterprise ex: Nightly Security Audit @ 2am + subagents)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Heartbeat -&gt; condition-driven: only wakes on change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(Enterprise ex: 24/7 PR Monitoring, ping when stale &gt;4h)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Webhook -&gt; event-driven: CI failure, PagerDuty alert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(Enterprise ex: Incident Response -&gt; triage + RCA)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LIVE DEMO (job 66d68a11): kirocrew cron trigger 66d68a11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daily 01:00 UTC - checks training site returns HTTP 200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Task Runner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Autonomous task execution from specifications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Process: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1. Decompose spec into steps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2. Execute with checkpoints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3. Test step completion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4. Retry on failure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5. Resume from failure point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Dashboard shows live progress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Source: kiro.dev/docs/crew/features/task-runner/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Task Runner: Use Cases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For multi-step unattended work that must survive failures &amp; resume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Multi-repo migration -&gt; per-repo checkpoint (Enterprise ex below)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Large refactor from spec -&gt; execute/test/self-review diff/commit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Backlog burn-down -&gt; 10+ hr unattended, watchdog 60m/2h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Test-and-fix loops -&gt; retry on red (MAX_RETRIES 3)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NOT for: chat exploration / recurring (cron) / parallel (subagents)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LIVE DEMO: kirocrew run demo-task-spec.md --name 'Training QA' --no-test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read-only QA of the training site - safe to run on stage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Artifacts &amp;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Artifacts: Persistent outputs with version history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Kinds: widget, HTML, markdown, SVG, JSON, text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Live previews in dashboard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Optional: Deploy to AWS (your account)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Knowledge Library: Curated document store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Sources: local files, folders, URLs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Ingestion: chunking, embeddings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Search via local_knowledge_search MCP tool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Built-in dashboard surface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Subscription &amp; Pricing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Credit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Single subscription for all Kiro surfaces (IDE/CLI/Web/Mobile/Crew)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Plans: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$20/month - 1,000 credits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$50/month - 2,500 credits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$100/month - 5,000 credits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$200/month - 10,000 credits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Add-on: $0.04/credit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Model multipliers: Opus 5 (2.2x), Sonnet family (~1.3x), open-weight (0.05x-0.5x)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Cost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Verified from official docs: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Credits scale with model choice and task complexity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Model multipliers: Opus 5 2.2x, Sonnet family ~1.3x,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open-weight 0.05x-0.5x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Add-on credits $0.04 each; metered to 0.01 precision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Not published by Kiro (measure in usage dashboard):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Per-subagent, per-cron, per-task credit consumption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The subscription usage dashboard is the authoritative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source for your own workload's cost.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Advanced &amp; Enterprise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Full coverage of docs/crew/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Security: 8-Layer Defense-in-Depth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Every tool call passes independent layers (runtime-enforced):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1 Owner lock  2 Denied commands (137)  3 Governance ceiling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4 Sensitive-path block  5 Tool approval  6 Input validation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7 OS sandbox  8 Output redaction  (+ SEL audit, cross-cutting)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Sandbox: auto (default) / strict / off; no OS layer on Windows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Approval: Interactive / Trust command / Trust tool / Autopilot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Denied cmds enforced at Crew's gate, not agent config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kirocrew policy show|validate|explain; security events|audit|verify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Running 24/7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Local service: systemd/launchd; runs as user, sudo once for unit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kirocrew service install | logs -f | restart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Docker: multi-arch GHCR; kiro-cli login + kirocrew token; SLSA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docker run -d -p 127.0.0.1:5476:5476 -v kirocrew-home:...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Remote host: modern Linux, ~10GB RAM, Node 20+ (slack-mcp)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ssh -L 5476:localhost:5476 user@host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Sync state: memory + SQLite incl WAL; NOT .env/.local_secret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Mobile: Cloudflare/ngrok/Tailscale + dashboard.url; token 1h/20h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Interfaces: One Gateway, Many Surfaces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Mac app / web dashboard / CLI + Slack/Discord/Telegram/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Teams/Webex/WeCom/WeChat channels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Independent sessions, SHARED memory/skills/lessons/crons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Channels connect outbound - no need to expose dashboard port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Dashboard = React SPA localhost:5476 (primary interface)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Cross-surface: dashboard&lt;-&gt;Slack sync, resume sessions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5476 loopback-only default; reverse proxy+TLS or SSH tunnel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Send text / @file / voice; streaming replies with live tool calls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Guide: approve/reject, edit &amp; resend, fork, Autopilot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Each tab = independent session sharing long-term memory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@ file picker; drag/paste image (vision); mic STT; Piper TTS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Prompt optimizer (Cmd+Shift+Enter); incognito; switch models;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reasoning effort per message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Leaves: Sessions, Message controls, Optimizer, Voice, Widgets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Agent Capabilities (Customization Hub)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Agents - model/prompt/tools/MCP server config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Agent Templates - prebuilt configs to customize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Integrations (MCP) - add external tools/services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Skills - on-demand knowledge files teaching workflows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Steering - workspace-level rules every session inherits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Hooks - automate reactions to events (scripts/context)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Prompts - customize the system prompts shaping behavior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Settings panel: Overview/Imports/Chat/Display/Voice/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Notifications/Shortcuts/Skills/Channels/Browser/Computer Use/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Instances/Security/Developer/About - changes apply immediately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kirocrew config get|set|edit (set auto-restarts pool)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config.json (JSON, missing keys -&gt; defaults); 14 themes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Channel creds in ~/.kiro/crew/.env (mode 600)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Env: KIROCREW_HOME (~/.kiro/crew), KIROCREW_PORT (5476)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Multi-instance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Drive multiple remote Crew hosts from one hub via SSH tunnels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Opt-in, off by default: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kirocrew config set instances.enabled true &amp;&amp; kirocrew restart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Warm set cap 5 (LRU); health probe 30s; 2-tier self-heal (&lt;=8)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Add: SSH host/alias, remote port 7777, token TTL 20h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Security: deny-by-default, owner-only, loopback forwards,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argv-list ssh (no shell injection), SEL-audited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Snapshot &amp; Restore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kirocrew snapshot [dir] --keep N | --list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kirocrew restore snap.tar.gz [--components ...] [--dry-run]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Includes: Memory, Workspace, Crons, Config, Skills, Notifications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Restore modes: replace (empty) vs merge (existing) - auto-detected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Daily auto snapshot 08:00 UTC, keeps 7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Contains security keys - treat like credentials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NOT covered: kiro-cli/AWS creds, channel defs, app code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Apps / App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Apps contribute: agents, skills, MCP servers, crons, UI pages,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backend processes, gateway hooks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Third-party apps DISABLED by default (Settings -&gt; Security)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Install from App Store (curated registry, PR to add) or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federated external registries (opt-in)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Lifecycle: gateway-managed / app-managed / locked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Dev: kirocrew app dev &lt;name&gt;; only permissions.api enforced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Start with a health check: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  kirocrew doctor [--verbose]   /   kirocrew logs -f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Reports: kiro-cli, auth, embeddings, Slack, config, MCP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Categories: install/setup, agent (AcpTimeoutError/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AcpProcessDied), memory/embeddings, Slack, Discord, MCP,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dashboard 403, sessions, task runner, subagents, cron,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config, snapshot, multi-instance, voice, artifact deploy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Part 4: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Enterprise integration examples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Example: 24/7 PR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⚠ To Be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Scenario: Track open PRs and alert on staleness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Implementation: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Heartbeat watches open PRs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Alerts when stale (&gt;4 hours no review)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Auto-pings reviewers via Slack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Uses: Heartbeats + Slack integration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Note: Example scenario based on documented capabilities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Example: Nightly Security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⚠ To Be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Scenario: Automated security scanning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Implementation: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Cron job at 2am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Spawns subagents (one per repo)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Scans for secrets, vulnerabilities, misconfigurations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Aggregates findings into report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Files HIGH/CRITICAL tickets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Uses: Cron + Subagents + Task automation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Example: 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⚠ To Be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Scenario: Automated triage and RCA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Implementation: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Webhook from PagerDuty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Crew triages alert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Checks logs, metrics, recent deploys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Applies known fixes (from memory/lessons)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Escalates if novel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Posts RCA when resolved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Uses: Webhooks + Memory + Knowledge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CI/CD Integration (3 Modes)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Mode 1: CLI Headless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kiro-cli chat --no-interactive "&lt;prompt&gt;" in pipeline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Engine version: --engine v3 (not --v3)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Use case: Simple code generation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Mode 2: Crew Webhooks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CI pipeline calls Crew on events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Crew analyzes and reports via Slack/Dashboard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Use case: Root cause analysis, monitoring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Mode 3: Crew Cron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Periodic checks of CI/PR status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Use case: Nightly audits, health checks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Part 5: Getting Started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Option 1: Desktop App (Recommended)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1. Download (.dmg or .AppImage)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2. Launch (auto-starts Gateway)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3. Authenticate (device-code sign-in)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4. Start chatting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No AWS CLI needed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No Bedrock configuration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Option 2: CLI Install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curl -fsSL https://download.crew.kiro.dev/cli.sh | sh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kirocrew setup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kirocrew doctor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kirocrew gateway</a:t>
            </a: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F1F5F9"/>
                </a:solidFill>
              </a:defRPr>
            </a:pPr>
            <a:r>
              <a:t>open http://localhost:5476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First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1. Chat - Type and ask anything in dashboard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2. Schedule a job - 'Every weekday at 9, summarize my open work'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3. Teach a preference - 'Always use pytest over unittest'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4. Run autonomous task - Projects panel → describe spec → Run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5. Delegate parallel work - 'Research these 3 options in parallel'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Official Documentation: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kiro.dev/docs/crew/ - Main docs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kiro.dev/docs/crew/installation/ - Setup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kiro.dev/docs/crew/features/ - Features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Specific Features: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kiro.dev/docs/crew/features/memory/ - Memory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kiro.dev/docs/crew/features/subagents/ - Subagents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• kiro.dev/docs/crew/features/cron/ - Scheduling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</a:defRPr>
            </a:pPr>
            <a:r>
              <a:t>Pricing: kiro.dev/pricing/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1F5F9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Thank you for your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6B6D4"/>
                </a:solidFill>
              </a:defRPr>
            </a:pPr>
            <a:r>
              <a:t>✓ All facts sourced from official docs | Verified 2026-08-31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